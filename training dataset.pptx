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7A3A6-9C8C-B55F-31F2-C02CB9B2C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7C8255-0399-1A0F-B26F-85DF46F99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07284-DC1E-C679-1B00-B9E2967C9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7459-A886-478C-B4AC-1ABDE209F96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E9D89-6888-9D89-8103-E0B0F9C8A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36243-3E69-3B4E-7B2A-62530FE6C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15D7-2B7C-4A54-A43A-69417BB5A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46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0526B-8980-33B5-B9A0-075FA20CF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FE83C-4711-A2F2-593C-89EC2BF1C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463F4-1949-AF9B-6F15-479497AC3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7459-A886-478C-B4AC-1ABDE209F96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46130-96AE-393B-F5D2-F793BEC54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2C936-4427-4EF5-A87F-BC7331CA7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15D7-2B7C-4A54-A43A-69417BB5A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0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56A43-BB0C-37AB-7743-12804B27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3E7DB-A991-290E-2777-020C29035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8B902-10C2-B1EE-A710-DA5FC22F4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7459-A886-478C-B4AC-1ABDE209F96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350F6-6F4F-322E-BEB5-813201E70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38F7D-7877-6D67-4AA9-6E4659FBE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15D7-2B7C-4A54-A43A-69417BB5A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92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2449-3EBC-83FF-F692-1522081CD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DB9B9-3DF2-C3D4-D1E1-7CA2E05F8E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27EDC-181C-B21A-5109-9A025A0FC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871B0-DA64-FFEF-0C72-CEC5E3A03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7459-A886-478C-B4AC-1ABDE209F96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828B1-2049-0C12-6C34-391D5E5A9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3FF38-0CB7-953E-01DD-6EE3B14AD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15D7-2B7C-4A54-A43A-69417BB5A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3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5DCAD-C654-B1D3-70A1-BDAD272E2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9E8C9-612B-75D7-8E71-76989CC10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F5878-4410-B1EE-C6CE-AB3535D1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D05051-F3D5-4E40-355C-F28A1F6FDA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706D6B-C91D-958F-8AE2-05AE31DDDA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A7A912-371D-EA6E-D468-F9A2F2CA0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7459-A886-478C-B4AC-1ABDE209F96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2307FB-C686-E354-4F63-F7A59780E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F376FD-718A-FA3E-03E0-05A36D122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15D7-2B7C-4A54-A43A-69417BB5A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F189A-44A6-BE99-5733-8615BE09F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E04D68-935B-92A6-6B15-728EB028E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7459-A886-478C-B4AC-1ABDE209F96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A9D8F-ABA5-38F7-91E5-F6D312FA2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017F3-E2AB-1BD4-1555-10C33E267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15D7-2B7C-4A54-A43A-69417BB5A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6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B95036-9054-0FDC-5E78-75CC765DB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7459-A886-478C-B4AC-1ABDE209F96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F847F-5D52-2D99-3E02-2AF0F25A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EC9C5-835D-D188-A32B-27827346C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15D7-2B7C-4A54-A43A-69417BB5A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109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30B9E-F346-B3DF-94D1-A9FBE2047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EC928-93E2-E39A-A70A-F10D36211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1D14F-8741-16BB-CEE1-84B2A70B8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842F3-01F8-D1FD-6F76-763558C02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7459-A886-478C-B4AC-1ABDE209F96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4F14D-8892-817C-1BBF-F66841CE9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91F87-5B30-6FAA-62C3-18FBB1ECE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15D7-2B7C-4A54-A43A-69417BB5A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3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621C9-49CB-3F4D-4C3D-0DB5758F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8D3B6-9C6F-2FE4-D36F-BF5926FE5B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87B6E-7881-9300-9961-1D2C7BF1D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AFC6D-B141-3E48-2CE6-420F78BEF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7459-A886-478C-B4AC-1ABDE209F96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A02B-0FDB-2165-63E2-7B723E178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026F1-D827-C01A-0F81-BEDFEB476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15D7-2B7C-4A54-A43A-69417BB5A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17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90F3F-EFFB-ED51-919B-7592AB61E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544544-5267-5A79-6DEF-457027DFB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3C6F5-BA66-78A0-0AD0-A9F466F74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7459-A886-478C-B4AC-1ABDE209F96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11444-1529-8B2D-D1DC-030DB387A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7D8E2-F4FD-AC60-9979-4D592064B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15D7-2B7C-4A54-A43A-69417BB5A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65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1861D8-DCE2-0997-01D1-18654CAAD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EC2719-6A82-1F0E-87BD-3375C71BD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F1E87-2284-0079-D090-EA42A4696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7459-A886-478C-B4AC-1ABDE209F96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3A0E6-99AA-3EAA-2604-405230C4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0FB98-FAC2-AD0C-DCAD-642A72A3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15D7-2B7C-4A54-A43A-69417BB5A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9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ABC70D-7260-6B01-99D7-10F4F52B6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F21E8-D270-CF4E-2E6A-9A9277411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B0E7E-3596-217B-1F21-90D5F070E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D7459-A886-478C-B4AC-1ABDE209F96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BB090-B5A7-8587-F5B6-3ED67E32C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F168E-5152-ADC4-5D90-CC3FA5DFB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915D7-2B7C-4A54-A43A-69417BB5A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372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D4E904-3E62-B320-60C1-B0648A583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130" y="899407"/>
            <a:ext cx="4977985" cy="37325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5E2BB1-A87C-E1E9-0D2F-9AEF95C9B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760" y="899406"/>
            <a:ext cx="4548267" cy="373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335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tesnim</dc:creator>
  <cp:lastModifiedBy>jerin tesnim</cp:lastModifiedBy>
  <cp:revision>1</cp:revision>
  <dcterms:created xsi:type="dcterms:W3CDTF">2026-07-20T08:38:15Z</dcterms:created>
  <dcterms:modified xsi:type="dcterms:W3CDTF">2026-07-20T08:38:37Z</dcterms:modified>
</cp:coreProperties>
</file>