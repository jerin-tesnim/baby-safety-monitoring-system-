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BD8B0-8D5B-AD95-16C5-A5E812DCE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06B61-2640-61B0-34CA-D39CB5B63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33FAA-DA61-41D8-0576-BC1ECFD2F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1EB77-1153-C37A-DEF5-3E812B0A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1258-0FFC-7A1F-02A7-C9CA32B8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6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6C6A-A436-867B-C1EF-408498EC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AEF0B-B5C2-9ED1-4894-BE6533D23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42B64-9511-2894-D4AD-40340C05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7B8C6-FB67-1663-0AFF-53388CDD2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B679-AD5B-DAEB-0D05-4933B3DA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7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330E6-8ED9-84D6-57FB-BF57ADA15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2A61-2B9A-421A-071B-D71B59C1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8DFE3-2017-7E89-D8C9-6AE7B37CE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A2ABE-BB9C-0314-BEEA-3F2FB7F5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0AE34-7AE2-6889-6522-B9FA45F8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82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29BA8-C16C-16F3-74EF-BE4E2163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C1A1E-8013-9CC4-7D3F-551BB1F4E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5DA59-711D-21C7-DD94-32BE1AC76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CF4F4-951D-16AC-CFF6-9435D26E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C711E-79A4-14F4-EDC0-3A7E131D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1AEBF-65F2-595C-C885-04AFE40EF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5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97F7-62D2-406C-7574-F1037AE39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958FD-C619-F7A2-C6DC-89A850C1D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0AB3A-BCA8-D283-7B8D-598B62C22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F2157D-33F4-0760-8309-5D0600F72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19158-E14E-BB5D-5B4A-2692301D5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7FB32B-ADD7-9D67-8846-BE05625C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B388D-1A88-7518-440B-126D1134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E3A3D-CB5A-E91A-59C7-20BB5DC4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1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3BBA4-A170-808C-CA59-D950B457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EADA1E-0458-C710-E8C3-BEFF6B64D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401D6-A39D-65B5-C303-C5B20F7C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741FF-463F-3184-75BB-C9F16926D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66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7D4FD-ECA0-9C9A-1F8A-CC1BCB25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23479-628C-CEEF-CA68-2D00A5E98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AB389-53DF-D3FC-C44F-0B382A40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5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34738-0866-5D52-C87A-D7953627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3642F-11D9-FD06-97FF-EC8C4C41C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91CEB-58EA-A50E-8A7A-4487D8C19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FA8F7-B6AD-4191-18E4-DFE39609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CD302-A6E0-7DA6-3102-0673FB21A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AF0F9-CFB0-61AB-9C47-1D68D87A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4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924E-DAB5-9E75-C8C4-9005C09A4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85C948-157C-4AFB-47DA-F5D424E64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CC86E-6CF4-EDA8-2DCF-8899936D6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168E2-E05E-A32C-8078-6F72FD7A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241D28-6FD6-8F53-7AC1-38413454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20D2A-3876-A30F-7A42-F8051A96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0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1FD35-F06D-983A-1A8E-903F2434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CECD3-4D28-A597-B72D-2E33A08C5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A0BDE-F6C7-71B6-507A-B85A447B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CE1D8-CA92-5702-DC9D-BA16EB458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EDF96-AADD-A170-028B-10B6FEE62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97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D3DA0-CE00-0770-289A-16AA8B5DD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A6D39-A2C3-179C-71B9-AE1A1E3B6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8CED-87D3-1511-8197-0BE300D39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C0320-5CCE-9F6B-9123-BCC0F3E82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A1CF-A0FA-2071-B78C-9BCCEEE5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3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B8A69-C7C5-9095-55C6-151C263C0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FEDD4-9865-020F-7BB1-55DABAC37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CB35F-0328-453F-D047-2FAF0F600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BEB0-9CE3-4C3C-8EA9-2B266568983C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2A28C-9213-3A93-7C0F-6BEB68FBA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22D8-EB3C-D86F-B161-A2B35F7D4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1E500-8A04-465D-A34B-B623BD64EA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1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2F8C5F-9302-F30D-27C1-A7F562A016E4}"/>
              </a:ext>
            </a:extLst>
          </p:cNvPr>
          <p:cNvSpPr/>
          <p:nvPr/>
        </p:nvSpPr>
        <p:spPr>
          <a:xfrm>
            <a:off x="3699803" y="239151"/>
            <a:ext cx="4290646" cy="49236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Feature Fusion Dataset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A7EF01-AEAD-CDF0-00E9-95210205E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297" y="929106"/>
            <a:ext cx="4304149" cy="5060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7F17E4-F102-CF1F-3432-CAA483804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299" y="1632704"/>
            <a:ext cx="4304149" cy="5060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E347B6C-26EC-5C30-19E0-7108A8DDA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298" y="2336302"/>
            <a:ext cx="4304149" cy="5060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88AD2F-76A0-B1AF-8B60-4B6440AB4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803" y="3039900"/>
            <a:ext cx="4304149" cy="506012"/>
          </a:xfrm>
          <a:prstGeom prst="rect">
            <a:avLst/>
          </a:prstGeom>
        </p:spPr>
      </p:pic>
      <p:sp>
        <p:nvSpPr>
          <p:cNvPr id="19" name="Arrow: Down 18">
            <a:extLst>
              <a:ext uri="{FF2B5EF4-FFF2-40B4-BE49-F238E27FC236}">
                <a16:creationId xmlns:a16="http://schemas.microsoft.com/office/drawing/2014/main" id="{07B17D67-4E4E-B9C0-0150-595FE983F269}"/>
              </a:ext>
            </a:extLst>
          </p:cNvPr>
          <p:cNvSpPr/>
          <p:nvPr/>
        </p:nvSpPr>
        <p:spPr>
          <a:xfrm>
            <a:off x="5719825" y="726981"/>
            <a:ext cx="232401" cy="2294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0E30065-513A-0242-1626-E2FB614DD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5661701" y="2844296"/>
            <a:ext cx="348650" cy="20736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62F6D6-AFCC-14D3-D73C-9BB0AC69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5661701" y="2127340"/>
            <a:ext cx="348650" cy="2073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1B06724-AB55-C0CD-3F05-64AFF87A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701" y="1407039"/>
            <a:ext cx="353339" cy="24839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4A2E017-29D8-9B96-249F-F02E89F745E2}"/>
              </a:ext>
            </a:extLst>
          </p:cNvPr>
          <p:cNvSpPr txBox="1"/>
          <p:nvPr/>
        </p:nvSpPr>
        <p:spPr>
          <a:xfrm>
            <a:off x="4641642" y="981654"/>
            <a:ext cx="2683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Trained </a:t>
            </a:r>
            <a:r>
              <a:rPr lang="en-US" b="1" dirty="0" err="1">
                <a:solidFill>
                  <a:schemeClr val="bg1"/>
                </a:solidFill>
              </a:rPr>
              <a:t>XGBoost</a:t>
            </a:r>
            <a:r>
              <a:rPr lang="en-US" b="1" dirty="0">
                <a:solidFill>
                  <a:schemeClr val="bg1"/>
                </a:solidFill>
              </a:rPr>
              <a:t>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8147B7-A517-E369-DDBE-969936B0F72F}"/>
              </a:ext>
            </a:extLst>
          </p:cNvPr>
          <p:cNvSpPr txBox="1"/>
          <p:nvPr/>
        </p:nvSpPr>
        <p:spPr>
          <a:xfrm>
            <a:off x="4754185" y="1683511"/>
            <a:ext cx="29689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SHAP </a:t>
            </a:r>
            <a:r>
              <a:rPr lang="en-US" sz="2000" b="1" dirty="0" err="1">
                <a:solidFill>
                  <a:schemeClr val="bg1"/>
                </a:solidFill>
              </a:rPr>
              <a:t>TreeExplainer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84E456-8A69-E321-3C67-D601296AE479}"/>
              </a:ext>
            </a:extLst>
          </p:cNvPr>
          <p:cNvSpPr txBox="1"/>
          <p:nvPr/>
        </p:nvSpPr>
        <p:spPr>
          <a:xfrm>
            <a:off x="4651828" y="2382272"/>
            <a:ext cx="2888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SHAP Value Calculation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8A374A-4457-1BD7-4D1B-8927D6EB49E7}"/>
              </a:ext>
            </a:extLst>
          </p:cNvPr>
          <p:cNvSpPr txBox="1"/>
          <p:nvPr/>
        </p:nvSpPr>
        <p:spPr>
          <a:xfrm>
            <a:off x="4053564" y="3038687"/>
            <a:ext cx="35831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Feature Contribution Analysis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469275D-980E-E6F8-2AEE-6DC0A5A8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802" y="4975674"/>
            <a:ext cx="4304149" cy="72229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13E3DFF-AFE4-D737-3C48-EFD11332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348" y="3855580"/>
            <a:ext cx="2020609" cy="84130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BA1E8CA-8202-C86E-10EC-0B32BF1E2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185" y="3855580"/>
            <a:ext cx="1963201" cy="87653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F1551CC-C4F8-455D-391F-B0F56444D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481" y="3855579"/>
            <a:ext cx="2054911" cy="869017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66733D0-8BE3-012E-544C-896C4816C394}"/>
              </a:ext>
            </a:extLst>
          </p:cNvPr>
          <p:cNvSpPr txBox="1"/>
          <p:nvPr/>
        </p:nvSpPr>
        <p:spPr>
          <a:xfrm>
            <a:off x="2574810" y="4084944"/>
            <a:ext cx="1813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Global SHAP Bar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F05D85-F652-C5DB-0B48-B048C3997990}"/>
              </a:ext>
            </a:extLst>
          </p:cNvPr>
          <p:cNvSpPr txBox="1"/>
          <p:nvPr/>
        </p:nvSpPr>
        <p:spPr>
          <a:xfrm>
            <a:off x="4939107" y="4093474"/>
            <a:ext cx="168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Beeswarm</a:t>
            </a:r>
            <a:r>
              <a:rPr lang="en-US" b="1" dirty="0">
                <a:solidFill>
                  <a:schemeClr val="bg1"/>
                </a:solidFill>
              </a:rPr>
              <a:t> Plot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8782C2-CFBC-FC88-49FD-E13492F96E46}"/>
              </a:ext>
            </a:extLst>
          </p:cNvPr>
          <p:cNvSpPr txBox="1"/>
          <p:nvPr/>
        </p:nvSpPr>
        <p:spPr>
          <a:xfrm>
            <a:off x="7175888" y="4006337"/>
            <a:ext cx="1841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Waterfall Plot/ Dependence Plot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D0C565-F7BD-D1DF-0282-726B12C96193}"/>
              </a:ext>
            </a:extLst>
          </p:cNvPr>
          <p:cNvSpPr txBox="1"/>
          <p:nvPr/>
        </p:nvSpPr>
        <p:spPr>
          <a:xfrm>
            <a:off x="4283596" y="5099081"/>
            <a:ext cx="32565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Explainable Risk Prediction</a:t>
            </a:r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2CC57C87-63EC-C8D6-3D92-82F1071A47C1}"/>
              </a:ext>
            </a:extLst>
          </p:cNvPr>
          <p:cNvSpPr/>
          <p:nvPr/>
        </p:nvSpPr>
        <p:spPr>
          <a:xfrm>
            <a:off x="5703902" y="3535198"/>
            <a:ext cx="264245" cy="32419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F7E7E303-CE0B-AC08-7FE1-F0F166B7A211}"/>
              </a:ext>
            </a:extLst>
          </p:cNvPr>
          <p:cNvSpPr/>
          <p:nvPr/>
        </p:nvSpPr>
        <p:spPr>
          <a:xfrm rot="16200000">
            <a:off x="4551976" y="4134046"/>
            <a:ext cx="106190" cy="2982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7104D042-EC49-E6E5-3612-4DE479A7A251}"/>
              </a:ext>
            </a:extLst>
          </p:cNvPr>
          <p:cNvSpPr/>
          <p:nvPr/>
        </p:nvSpPr>
        <p:spPr>
          <a:xfrm>
            <a:off x="6717386" y="4230064"/>
            <a:ext cx="245095" cy="1061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DF4915DF-081F-346B-6F69-658B9775E61E}"/>
              </a:ext>
            </a:extLst>
          </p:cNvPr>
          <p:cNvSpPr/>
          <p:nvPr/>
        </p:nvSpPr>
        <p:spPr>
          <a:xfrm>
            <a:off x="5714775" y="4696885"/>
            <a:ext cx="192222" cy="2731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89D3BF0-0910-D097-0172-FDE5CB9AF69D}"/>
              </a:ext>
            </a:extLst>
          </p:cNvPr>
          <p:cNvCxnSpPr>
            <a:stCxn id="18" idx="1"/>
            <a:endCxn id="40" idx="0"/>
          </p:cNvCxnSpPr>
          <p:nvPr/>
        </p:nvCxnSpPr>
        <p:spPr>
          <a:xfrm rot="10800000" flipV="1">
            <a:off x="3445653" y="3292906"/>
            <a:ext cx="254150" cy="56267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4B237A2E-41B3-1643-26BC-C4CF60F031A2}"/>
              </a:ext>
            </a:extLst>
          </p:cNvPr>
          <p:cNvCxnSpPr>
            <a:cxnSpLocks/>
            <a:stCxn id="18" idx="3"/>
            <a:endCxn id="50" idx="3"/>
          </p:cNvCxnSpPr>
          <p:nvPr/>
        </p:nvCxnSpPr>
        <p:spPr>
          <a:xfrm>
            <a:off x="8003952" y="3292906"/>
            <a:ext cx="1013440" cy="1036597"/>
          </a:xfrm>
          <a:prstGeom prst="bentConnector3">
            <a:avLst>
              <a:gd name="adj1" fmla="val 1225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B52FD69-DD40-0A7E-6D0A-700FF3275D07}"/>
              </a:ext>
            </a:extLst>
          </p:cNvPr>
          <p:cNvCxnSpPr>
            <a:cxnSpLocks/>
            <a:stCxn id="44" idx="2"/>
            <a:endCxn id="38" idx="3"/>
          </p:cNvCxnSpPr>
          <p:nvPr/>
        </p:nvCxnSpPr>
        <p:spPr>
          <a:xfrm rot="16200000" flipH="1">
            <a:off x="7690832" y="5023701"/>
            <a:ext cx="612224" cy="14014"/>
          </a:xfrm>
          <a:prstGeom prst="bentConnector4">
            <a:avLst>
              <a:gd name="adj1" fmla="val 20505"/>
              <a:gd name="adj2" fmla="val 89628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50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27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2</cp:revision>
  <dcterms:created xsi:type="dcterms:W3CDTF">2026-07-01T15:22:38Z</dcterms:created>
  <dcterms:modified xsi:type="dcterms:W3CDTF">2026-07-19T12:08:19Z</dcterms:modified>
</cp:coreProperties>
</file>