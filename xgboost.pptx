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D1085-639F-C029-3F44-C2E4C09A09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13539-6094-D663-BECD-3D82F24BC3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BA448-8481-47AA-B4C3-7EB835EEF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AE510-DB70-43E0-1C4E-B9DCD066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09FB8-CA2C-0594-F1C0-4A79F460F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9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9748-61FA-08A5-9E40-3213733C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2B08-6459-AD83-4086-13C40EB05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511A7-75A3-DC86-11B1-63B1EE5A5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174B1-E562-8138-0C1B-91271D4F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86ADC-6D74-1229-39C1-9A8494DB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2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66AF7-4E2A-B8A3-B922-685D8C0C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437B5-3F1D-8EDF-C7E5-38CCDABED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924E8-D018-EBC2-3DDC-104AB099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9DF8E-71C9-EF6B-6828-1C84077B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32E1B-F300-5DC3-DFB6-59AF62055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07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29E9-9FEC-E9A0-0643-52738E05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30F14-4AD0-4B46-4480-67FE240A5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19C64-183E-EF78-0B76-EB0C3A2F0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B74A01-DB4A-B977-2401-87261B21A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05640-4E18-7379-0CCE-23560AA8C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C7AC6-2648-EF3D-9DEC-C4A0AF46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139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2258E-A537-42BF-F3F7-2D1E073FC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98C32-7429-AA01-5DE5-7C8D941C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D3C681-6CCE-69D3-6FF5-0227689904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18047E-F690-9AA1-23F0-03DB647DFC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D33C1E-EFB2-BAF6-DED5-C679601248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2D999-F6C0-0A1C-924B-092906C9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38399-E29E-7DBD-EA52-CDC48D95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471C0E-BEF3-F65C-718D-0E4DD799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67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03D2-5C9A-7A60-A40B-CAA5C8509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6FBE86-2C48-D1D2-DA29-A27E75DC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C6F5B-115B-52E3-AFD2-D9645EB2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166BF-03B1-4A72-4383-362E82BD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44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A42E46-0642-C24C-C948-2C04FFCE3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71640-1CAE-FB7A-C2BC-B7C35EC74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AC2D8-D450-9E17-82CB-76370F4CF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9D3F-EC3D-2154-0C38-4E60CCC50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A77B-3918-818C-60E9-AB5A7C570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AE318-2FA9-448A-F723-D1F8932F6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2FECD-82F6-376A-E121-5C3C43E5B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0D61F-2BC9-F490-B742-F10D587EA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54A27-112B-63A4-1848-C62BFE60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78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81336-F2C1-2EA8-0FEE-FC6FDE14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89DEC-AA96-DAE2-D854-EE104C158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2471B-9B32-3B2B-2DEC-56600E08E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BAC76-2475-67C9-1521-6B15654C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F18D4E-F329-0286-DB0C-0A4242B95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BB5BE-BA27-1364-C250-A853E2FA6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7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D0B05-7020-2D07-E434-79F65DAC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7AFE1-FA3C-1354-F201-009FB40DA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CC2AA-9D7A-E6F0-BAC5-0450984AB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F03B6-4CF7-6B0E-9535-5228D6F6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454F8-6D05-B416-6B58-D70DE5A9E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0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F4EBD-6DC2-0B29-D8CA-F4D843A8A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109A5-A4B9-BB0D-384E-0D2798C8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09DF6-54C6-A577-E03C-497B6795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AB39-2E3E-40EE-F31E-E115B766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026EF-01D4-8849-98E1-4EA36308D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57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112700-9A6E-1421-E996-4ED585569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285BD-9E08-5D57-B20A-FE12400F77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B7035-8C14-F0A3-C075-834118C144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52FB2-87B7-42AA-8B90-821BC88EA168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141BC-240F-17BC-9ECE-953D1D08A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976FA-3A82-F7CB-54BD-3968B8BF30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B7153-3E5C-45AA-B72E-C815B61BB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215DBDF-DA43-7670-8DF2-9F376208A751}"/>
              </a:ext>
            </a:extLst>
          </p:cNvPr>
          <p:cNvSpPr/>
          <p:nvPr/>
        </p:nvSpPr>
        <p:spPr>
          <a:xfrm>
            <a:off x="3946397" y="129780"/>
            <a:ext cx="2683240" cy="6989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Feature Fusion</a:t>
            </a:r>
          </a:p>
          <a:p>
            <a:pPr algn="ctr"/>
            <a:r>
              <a:rPr lang="en-US" sz="2000" b="1" dirty="0"/>
              <a:t> Dataset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27DD10D-DFCB-B46B-42CB-BF35D2131707}"/>
              </a:ext>
            </a:extLst>
          </p:cNvPr>
          <p:cNvSpPr/>
          <p:nvPr/>
        </p:nvSpPr>
        <p:spPr>
          <a:xfrm>
            <a:off x="5095027" y="838533"/>
            <a:ext cx="251538" cy="2250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FE4A6A-E3CE-F18D-34F4-7A2BAB4E981B}"/>
              </a:ext>
            </a:extLst>
          </p:cNvPr>
          <p:cNvSpPr/>
          <p:nvPr/>
        </p:nvSpPr>
        <p:spPr>
          <a:xfrm>
            <a:off x="3882591" y="1559604"/>
            <a:ext cx="2683240" cy="2013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CA45F-8F77-2CB6-02B1-A48E40AF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076" y="1083737"/>
            <a:ext cx="1859441" cy="6595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6A5D971-FE60-4A4D-B02B-013A19C33AF9}"/>
              </a:ext>
            </a:extLst>
          </p:cNvPr>
          <p:cNvSpPr/>
          <p:nvPr/>
        </p:nvSpPr>
        <p:spPr>
          <a:xfrm>
            <a:off x="4326817" y="1779312"/>
            <a:ext cx="1811000" cy="46858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Label Encoding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884AAF-CEE8-1BDB-3C2A-53B1D3246150}"/>
              </a:ext>
            </a:extLst>
          </p:cNvPr>
          <p:cNvSpPr/>
          <p:nvPr/>
        </p:nvSpPr>
        <p:spPr>
          <a:xfrm>
            <a:off x="4339517" y="2367223"/>
            <a:ext cx="1811000" cy="5815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Feature Selection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FD4E4E-93F2-62C1-DB7E-A20F748AC3DB}"/>
              </a:ext>
            </a:extLst>
          </p:cNvPr>
          <p:cNvSpPr/>
          <p:nvPr/>
        </p:nvSpPr>
        <p:spPr>
          <a:xfrm>
            <a:off x="4333167" y="3068047"/>
            <a:ext cx="1811000" cy="4276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Train-Test Split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0BBDDF8-5893-39C5-C24E-EC6D48DE8704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5232317" y="2247901"/>
            <a:ext cx="12700" cy="119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04661D-C378-006F-E5A1-45DE099C2FB3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5238667" y="2948725"/>
            <a:ext cx="6350" cy="1193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2C2767EB-11B2-5064-2DCB-5ED76426348D}"/>
              </a:ext>
            </a:extLst>
          </p:cNvPr>
          <p:cNvCxnSpPr>
            <a:cxnSpLocks/>
            <a:stCxn id="4" idx="1"/>
            <a:endCxn id="13" idx="1"/>
          </p:cNvCxnSpPr>
          <p:nvPr/>
        </p:nvCxnSpPr>
        <p:spPr>
          <a:xfrm rot="10800000" flipH="1" flipV="1">
            <a:off x="3946397" y="479237"/>
            <a:ext cx="380420" cy="1534369"/>
          </a:xfrm>
          <a:prstGeom prst="bentConnector3">
            <a:avLst>
              <a:gd name="adj1" fmla="val -6009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4422404-2290-DD39-84CE-77BB9ECAF54A}"/>
              </a:ext>
            </a:extLst>
          </p:cNvPr>
          <p:cNvCxnSpPr>
            <a:cxnSpLocks/>
            <a:stCxn id="13" idx="3"/>
            <a:endCxn id="15" idx="3"/>
          </p:cNvCxnSpPr>
          <p:nvPr/>
        </p:nvCxnSpPr>
        <p:spPr>
          <a:xfrm>
            <a:off x="6137817" y="2013607"/>
            <a:ext cx="12700" cy="644367"/>
          </a:xfrm>
          <a:prstGeom prst="bentConnector3">
            <a:avLst>
              <a:gd name="adj1" fmla="val 19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8195E442-FB37-CEEA-E874-3B8851337386}"/>
              </a:ext>
            </a:extLst>
          </p:cNvPr>
          <p:cNvCxnSpPr>
            <a:cxnSpLocks/>
            <a:stCxn id="15" idx="1"/>
            <a:endCxn id="17" idx="1"/>
          </p:cNvCxnSpPr>
          <p:nvPr/>
        </p:nvCxnSpPr>
        <p:spPr>
          <a:xfrm rot="10800000" flipV="1">
            <a:off x="4333167" y="2657973"/>
            <a:ext cx="6350" cy="623919"/>
          </a:xfrm>
          <a:prstGeom prst="bentConnector3">
            <a:avLst>
              <a:gd name="adj1" fmla="val 37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0D7456D-0017-68FB-A235-AAEAAF1AA4A4}"/>
              </a:ext>
            </a:extLst>
          </p:cNvPr>
          <p:cNvSpPr/>
          <p:nvPr/>
        </p:nvSpPr>
        <p:spPr>
          <a:xfrm>
            <a:off x="3882591" y="3922475"/>
            <a:ext cx="2683239" cy="57277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XGBoost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Training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6A216B78-C550-0399-496F-1A708343DF7C}"/>
              </a:ext>
            </a:extLst>
          </p:cNvPr>
          <p:cNvSpPr/>
          <p:nvPr/>
        </p:nvSpPr>
        <p:spPr>
          <a:xfrm>
            <a:off x="4979414" y="3572644"/>
            <a:ext cx="252903" cy="336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F128A3D-01C7-C2BB-870F-44E1B3424ABB}"/>
              </a:ext>
            </a:extLst>
          </p:cNvPr>
          <p:cNvSpPr/>
          <p:nvPr/>
        </p:nvSpPr>
        <p:spPr>
          <a:xfrm>
            <a:off x="3869511" y="4781642"/>
            <a:ext cx="2683239" cy="15971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 Baby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Low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Medium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 Risk</a:t>
            </a:r>
          </a:p>
        </p:txBody>
      </p:sp>
      <p:sp>
        <p:nvSpPr>
          <p:cNvPr id="72" name="Arrow: Down 71">
            <a:extLst>
              <a:ext uri="{FF2B5EF4-FFF2-40B4-BE49-F238E27FC236}">
                <a16:creationId xmlns:a16="http://schemas.microsoft.com/office/drawing/2014/main" id="{56F3D425-A8DA-57CC-3880-3DC5BFD6E786}"/>
              </a:ext>
            </a:extLst>
          </p:cNvPr>
          <p:cNvSpPr/>
          <p:nvPr/>
        </p:nvSpPr>
        <p:spPr>
          <a:xfrm>
            <a:off x="4979415" y="4495252"/>
            <a:ext cx="257121" cy="28638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0417C8-CA0F-C52B-BA99-320CDE47134A}"/>
              </a:ext>
            </a:extLst>
          </p:cNvPr>
          <p:cNvSpPr txBox="1"/>
          <p:nvPr/>
        </p:nvSpPr>
        <p:spPr>
          <a:xfrm>
            <a:off x="4374459" y="4853892"/>
            <a:ext cx="1827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Risk Prediction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BEBB08D8-BA90-2C54-AF3F-BA0FC7336942}"/>
              </a:ext>
            </a:extLst>
          </p:cNvPr>
          <p:cNvCxnSpPr>
            <a:cxnSpLocks/>
            <a:stCxn id="33" idx="3"/>
            <a:endCxn id="69" idx="3"/>
          </p:cNvCxnSpPr>
          <p:nvPr/>
        </p:nvCxnSpPr>
        <p:spPr>
          <a:xfrm flipH="1">
            <a:off x="6552750" y="4208864"/>
            <a:ext cx="13080" cy="1371338"/>
          </a:xfrm>
          <a:prstGeom prst="bentConnector3">
            <a:avLst>
              <a:gd name="adj1" fmla="val -17477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701A7B7-F979-D6A5-FCE8-6E2D065D58A4}"/>
              </a:ext>
            </a:extLst>
          </p:cNvPr>
          <p:cNvCxnSpPr>
            <a:cxnSpLocks/>
            <a:stCxn id="10" idx="1"/>
            <a:endCxn id="33" idx="1"/>
          </p:cNvCxnSpPr>
          <p:nvPr/>
        </p:nvCxnSpPr>
        <p:spPr>
          <a:xfrm rot="10800000" flipV="1">
            <a:off x="3882591" y="2566124"/>
            <a:ext cx="12700" cy="164274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5430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tesnim</dc:creator>
  <cp:lastModifiedBy>jerin tesnim</cp:lastModifiedBy>
  <cp:revision>3</cp:revision>
  <dcterms:created xsi:type="dcterms:W3CDTF">2026-07-01T14:46:02Z</dcterms:created>
  <dcterms:modified xsi:type="dcterms:W3CDTF">2026-07-19T15:34:26Z</dcterms:modified>
</cp:coreProperties>
</file>