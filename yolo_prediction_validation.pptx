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E9E6-CAC8-4EA9-C633-1ED5578F9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A14CC-AFE4-FE9E-C993-A9177C0A3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67CA0-198B-99A8-A110-9C70E6A6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330FC-E135-22B5-39BD-A5BFE5CD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D3691-DD9B-EBBB-186C-98BCCB1B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5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4AC9-4E11-2FBD-2F4D-3C4AA8A7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D5934-C9E4-2367-96FD-FFD5759D2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E6BE8-9EF0-1732-D3C5-0D2E3DAC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22087-C19E-3713-454E-164F0FBE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9BE1-A6DD-9D7A-54EA-2EA7DA04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4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54B1-26A1-0CF0-0DCE-4BE20B09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EAE00-05DA-F032-7B55-CBE0E524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041E-B0AD-FEAB-7D40-3D1E035D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6216F-4ECC-79CC-1DE8-89CADA0B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6BEE8-5715-839C-EEC6-BF2F1B33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9B25-9CD0-9AA2-44A5-CF00003A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2EB0-0016-0DAA-1656-31681D5E5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D3821-FF71-0165-087F-FDC8A9EF4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A70AB-F8D6-0AB8-27C4-100B55E0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88E3A-2401-AAC5-42A5-335AA18D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E5196-4512-0C5F-9B61-6997DB70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2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D7AE-0659-809F-6E9D-A1B3FD20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B6072-7B10-1D07-0123-C09DF3D41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277BD-1097-5B40-DEA8-14B56598C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04A00-53C0-13F4-3DDF-298814274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9D746-3CB5-0772-D3DE-24CB42A12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1ECB6-E843-BD35-B30C-F01741B2B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D24EC-FBBD-A687-CDCF-1A6D2DB4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0B992-1330-A71B-8ACE-98679716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A047-8576-EE7E-A52D-F78E8817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599A9-B088-F1C9-D51A-BCFA2E4B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EBECB-7C0C-E09C-E68C-AD4A5B03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AC7A1-831A-3151-FA4B-6349C3EF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0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87812-C58C-F80C-4E59-320101CD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1902E-D704-5B4D-6CB3-4CF4BEBA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D5675-905B-0D14-8CCF-C76F2F3B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756B-4258-29AE-7D52-A71B5DFB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3434-CE28-E796-DB96-B56FEB9DA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99275-0550-DDD0-9DD7-7094735C3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06018-02B5-9E4F-E16F-779EF116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D3E80-15E5-B8F2-92AF-4E385E36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EC6E3-A87B-A2D5-A0CA-9FBAF73A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6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5E95-0969-C825-55BA-19B4EAFC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97D3A-0DA8-032D-0BB6-59E49E1A1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ED775-6000-C835-9C92-D41DE43AA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03614-B8A4-7128-3385-0C406263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66362-4AB6-339F-9462-8750B527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FD280-A548-9FD3-7818-8A23BBC9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3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2BCE-3C2C-ED45-2A0A-1FE3C9D1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171AD-15FF-D444-F5FD-B6AA19D3B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5A66A-0ED9-534B-8191-F43A1BC1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AC05-29A1-C746-9418-73CD750C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B15C-9BF5-2B15-1F6D-8A328A95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5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BD0A4-5018-71AF-801E-2A3BB0FED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8C5E3-58CC-2398-A821-5A268C76C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D044-F6A3-F84E-7FFA-356F4E81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B1E2-67C6-9CC5-1387-07A75685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174C8-CF2F-4A3F-B97A-B6167829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7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DFBE6-ADA3-8BF0-4EB3-1289FA11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990C2-22D1-EDCC-5B14-D2EA4508B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FD9C-79A0-B425-5E4F-D8ED6F47D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C0371-B097-4196-BEA8-7B3494A92D4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4A37-3195-4C05-9C3B-6CE47789D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BA1B5-11BA-51A0-91B2-84FDB42D4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3DA53-545C-404C-94DA-CFBB29B31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1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E50CD-8A8D-3A45-3057-910709FC3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849" y="479685"/>
            <a:ext cx="5081666" cy="4467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565CAC-57C5-E674-1BBC-3C6D0EC79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479685"/>
            <a:ext cx="5081666" cy="44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4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1</cp:revision>
  <dcterms:created xsi:type="dcterms:W3CDTF">2026-07-20T08:46:58Z</dcterms:created>
  <dcterms:modified xsi:type="dcterms:W3CDTF">2026-07-20T08:48:01Z</dcterms:modified>
</cp:coreProperties>
</file>