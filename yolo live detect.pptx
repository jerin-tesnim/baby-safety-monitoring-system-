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C82F9-9D28-2256-4456-16777B9EF0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642137-4699-95E6-BE20-7338FDB345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0111D-692C-5D1C-9C15-1604B8DC7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9A10-4977-473F-A8BC-115AE0993372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DD385-F18A-9526-8C84-824AC423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D75C1-2E7C-FABD-BBDB-6655AAE2D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8BCE2-11B8-473B-8808-9F14C1F65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575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0790A-B201-CC0D-97B0-920A839AE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D2217-5FC3-87B2-6461-7F117E092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88AFC-D17E-1A3D-CA27-A5BC3BC31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9A10-4977-473F-A8BC-115AE0993372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D78F6-B7D6-C076-DB1B-83926256C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EB85D-B76D-8DD6-AB02-16F76D13C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8BCE2-11B8-473B-8808-9F14C1F65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36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B5A85-3842-4971-E771-3E6BA3058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A4E-7CC6-83BD-03C9-6A9D8762F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B257C-779D-E616-2A88-37DCA94D7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9A10-4977-473F-A8BC-115AE0993372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E5C45-3ECB-423B-21D9-4942B62BE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CD92F-FBE5-90FE-186F-2B0E641D3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8BCE2-11B8-473B-8808-9F14C1F65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29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F7B52-CEBE-4BA5-3CCE-8CA6ECBD3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ADF90-C263-E9D3-B0BE-ECF76E34DB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A17B9-1FF8-648E-AEB2-CF7752A48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20669-57DB-3D90-F93F-9E0400E17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9A10-4977-473F-A8BC-115AE0993372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EC17C-F8F5-5EEF-344B-DCE05692C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3CC46-7D01-C307-0770-86CAF2484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8BCE2-11B8-473B-8808-9F14C1F65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776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B8D47-35F9-0ABB-F649-1E9A2484A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2369F-4523-01C2-5AD9-9CC7E1B15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7E9585-B9A5-487E-1CA0-0592322B6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AD0C0-2D80-2A0E-E5C8-B4208C97C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7F328E-F4C3-8A42-153C-ED732711A9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17C108-A338-968F-FC4F-5D258FA0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9A10-4977-473F-A8BC-115AE0993372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222DD6-0EB0-B0E4-C565-138C290B1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14FFC2-B677-9451-DB1A-02EF97B5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8BCE2-11B8-473B-8808-9F14C1F65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370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9B2AC-5987-AC4C-0121-562999507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40E99E-169B-FF48-D95F-55B48E35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9A10-4977-473F-A8BC-115AE0993372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492ADD-E83B-BA2F-B82A-E5A12000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316595-4659-A679-5B0E-CAC5DFB14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8BCE2-11B8-473B-8808-9F14C1F65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195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28DB5A-C4E4-BF7B-5291-046F67AEB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9A10-4977-473F-A8BC-115AE0993372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521D39-A1D5-3537-4668-D712BC42A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AFD1D-FFD1-4263-F6E0-52246D2FB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8BCE2-11B8-473B-8808-9F14C1F65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94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E3CA0-115F-7012-AD03-29EFCA78C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B7499-961F-076B-1118-19F20AE3A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1F12B-D698-6A32-E2C7-F8A62A048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2D08A-EFE8-361A-D6CD-BC0096FD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9A10-4977-473F-A8BC-115AE0993372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85995-2360-ED19-F7A3-945DEEFB1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2B2A5-2301-8860-9752-E0A2A9B7A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8BCE2-11B8-473B-8808-9F14C1F65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21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6E371-CAE6-0138-410E-8213DD692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19241-BC84-548A-821B-F05D726C0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52336A-917F-F116-2F6A-EAB2289FA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F5ECD-A807-A29F-8F0E-54A89AD7C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9A10-4977-473F-A8BC-115AE0993372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061C7-7E8E-D251-F333-ADA5B3C70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F52F0-6563-3716-57EF-9D2383DC2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8BCE2-11B8-473B-8808-9F14C1F65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24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337C-8AA9-62D9-1BC5-3DEB272F3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43D613-07C9-2717-1936-4FA5BD50E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7156E-B5ED-E681-3542-6FE73117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9A10-4977-473F-A8BC-115AE0993372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C81F0-FE81-2711-0015-7A8D25325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22180-3161-9B80-3FEB-79224D71C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8BCE2-11B8-473B-8808-9F14C1F65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3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D906A4-CD23-F00E-F674-361B25FFE3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1331C-B79C-CE6D-AB70-CE1808EF3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E4BF0-285B-0035-AFAF-712C5141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9A10-4977-473F-A8BC-115AE0993372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D0717-54BF-3494-E678-D5A94F580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EB27A-2B46-3984-674A-B1CC44B85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8BCE2-11B8-473B-8808-9F14C1F65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557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0B3369-56BF-74C4-3FA1-F6716F9F3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A01BF-83F2-C71F-417D-6987B98C9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5BEB9-729B-C7E0-F6BD-438DE00EEA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89A10-4977-473F-A8BC-115AE0993372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3885F-7908-F010-BE8F-8C4240EDF8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8A897-A8E4-67D1-D1B7-8D7A89C5AE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8BCE2-11B8-473B-8808-9F14C1F65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95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31F7FC-296B-8058-F558-8A08F6DF2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132" y="1070943"/>
            <a:ext cx="3820058" cy="32770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131E11-4FB7-2FE6-16F0-8FD0235871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737"/>
          <a:stretch>
            <a:fillRect/>
          </a:stretch>
        </p:blipFill>
        <p:spPr>
          <a:xfrm>
            <a:off x="6412499" y="1070942"/>
            <a:ext cx="3534268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588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jerin tesnim</dc:creator>
  <cp:lastModifiedBy>jerin tesnim</cp:lastModifiedBy>
  <cp:revision>1</cp:revision>
  <dcterms:created xsi:type="dcterms:W3CDTF">2026-07-20T09:16:39Z</dcterms:created>
  <dcterms:modified xsi:type="dcterms:W3CDTF">2026-07-20T09:16:52Z</dcterms:modified>
</cp:coreProperties>
</file>