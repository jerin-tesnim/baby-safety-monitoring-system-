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F87B-0BC5-FE20-4AC1-8CD8E46BA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B96B1-8326-E18B-7FEB-4EC5CB1CD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ED94-99BB-F91E-F3F5-F0A4CEBF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B8A48-228A-EC44-7914-39BEA652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BDBF3-933D-451C-B050-9B6F938B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6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B525-589F-BA9C-4572-646DBE33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CB4C-B381-9E48-8EC1-520419768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58F7C-EB92-3772-7C15-6EDA0FCB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EFE70-94C4-172E-E77C-FE8722B5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90F64-1169-E20A-149A-FC5CB227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2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07F5-9138-067C-5FCA-C2826B4EE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491B1-974E-A979-C28C-7B201E400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F37FC-2C2C-99A3-3F55-85FF21F6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2B1F-D4BA-7F25-E54D-FB88261D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769D1-B093-6057-7B26-EDFD9FF6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9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2874-694A-0D7E-1739-DA442CA3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C52B2-CA97-4698-66D6-C2F5B4FA7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C056-6949-0655-27C8-F681BA464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1989-4B4E-3BF6-C753-7F6533A0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56E41-6057-FCAF-8818-5B3F8714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CD410-225A-5C4A-F584-62A31763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6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7757-9C10-3E28-8B96-7B469CA6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991B2-6057-4A3A-4B57-A497284A5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0B7C8-051B-BBA1-9571-5DCE07768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6511E-0A35-A265-BC77-1A580B582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350F4-28EB-6F63-1AD7-0E6CC8BEF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76031-DC11-5D76-C96E-EF36BD73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BC35C-3933-EE5A-D4CD-10D6724C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82B6B-6D56-CCE6-B5EA-EF9D87E2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3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9BD5-596E-842A-98D2-CAFF6B81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DE09F-AB39-7C1F-B15B-BBD06A30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E82FD-5241-862A-B1D9-E6B588CE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70DDA-1523-17BD-088B-35B29F2E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3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BEE4C-140E-02F2-F0DF-B6438DA6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F1A54-3E78-4DCF-B74F-601AA4AB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E5533-42BA-EC99-E270-E64FF0B5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2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D01B-0598-B270-A2D6-2CDB1BC1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815A-8BA4-ED2C-BF73-8E014561D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969BF-037B-6B47-D82C-26005489A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2FC16-82D3-7BC6-0BF9-BA4881DB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65BA1-EBFA-BA0F-03F0-7AD0406D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51397-49B7-C449-522B-9C0F333E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9835-27B1-EB60-83EC-6A51A354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8E866F-380D-F906-6DD5-6EEF0401B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62781-EB40-E4CB-5A26-ABC414DC0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87FBC-556F-883F-3F7B-8F8792C1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EBE89-4E48-9D93-234C-B833074D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57E6B-EB06-0569-51DF-31B12E7B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6A40-DD47-AE6D-2200-F88DA702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4F671-DD74-792A-09B5-D231374C9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34B1-4AB7-28E9-F269-A1FE7D162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30627-57D6-2793-9925-95044853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A38EB-6CB4-14EC-760A-C6EE80B4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2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422CC-1DD1-40D3-637E-9397D0988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5D430-7CD9-E108-B8C2-C417B08B9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9C10-A017-7A25-E2C7-3A57C492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E3090-2D33-FD56-5137-F4BC9B8C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578A6-24D4-9298-5735-39FEA5B7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3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284E8-319E-4C4B-5F7F-4F1E433E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5EA56-B42C-7A3F-D75C-47C1D32A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3E1E8-5F83-9268-4E69-E34071F8C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0AC5-BCF0-4165-B965-E9106356BAD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F34D-0718-4E64-ACAF-5CCCDAC18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45BC4-317C-4781-6CCE-BEA6E782B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93552-AB0B-449F-8E85-FCD86655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3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2BBC8-ABA0-7B0C-CA00-CD387ADEB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1" t="6318" r="15357"/>
          <a:stretch>
            <a:fillRect/>
          </a:stretch>
        </p:blipFill>
        <p:spPr>
          <a:xfrm>
            <a:off x="7347345" y="1465433"/>
            <a:ext cx="2066147" cy="2289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CFED96-D88C-B752-C165-C8F565935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0" t="20815" r="12953"/>
          <a:stretch>
            <a:fillRect/>
          </a:stretch>
        </p:blipFill>
        <p:spPr>
          <a:xfrm>
            <a:off x="5298563" y="1465433"/>
            <a:ext cx="1749435" cy="2196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0CB2D-D33C-32B0-2B3A-1F8AD8FF1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636" y="3755109"/>
            <a:ext cx="1921362" cy="2533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51342B-03CB-AA2E-4681-D5CA282F69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56"/>
          <a:stretch>
            <a:fillRect/>
          </a:stretch>
        </p:blipFill>
        <p:spPr>
          <a:xfrm>
            <a:off x="2933070" y="1834569"/>
            <a:ext cx="2066147" cy="4251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88C095-D79D-6B34-ECF4-DFC0EF6F06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5" r="19474" b="41554"/>
          <a:stretch>
            <a:fillRect/>
          </a:stretch>
        </p:blipFill>
        <p:spPr>
          <a:xfrm>
            <a:off x="7192783" y="3852581"/>
            <a:ext cx="1921363" cy="253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2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3</cp:revision>
  <dcterms:created xsi:type="dcterms:W3CDTF">2026-07-20T09:27:00Z</dcterms:created>
  <dcterms:modified xsi:type="dcterms:W3CDTF">2026-07-20T11:41:01Z</dcterms:modified>
</cp:coreProperties>
</file>